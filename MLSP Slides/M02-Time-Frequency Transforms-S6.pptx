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373" r:id="rId2"/>
  </p:sldIdLst>
  <p:sldSz cx="10972800" cy="6172200"/>
  <p:notesSz cx="6858000" cy="9144000"/>
  <p:defaultTextStyle>
    <a:defPPr>
      <a:defRPr lang="en-US"/>
    </a:defPPr>
    <a:lvl1pPr algn="l" defTabSz="821056" rtl="0" eaLnBrk="0" fontAlgn="base" hangingPunct="0">
      <a:spcBef>
        <a:spcPct val="0"/>
      </a:spcBef>
      <a:spcAft>
        <a:spcPct val="0"/>
      </a:spcAft>
      <a:defRPr sz="1560" kern="1200">
        <a:solidFill>
          <a:schemeClr val="tx1"/>
        </a:solidFill>
        <a:latin typeface="Arial" charset="0"/>
        <a:ea typeface="+mn-ea"/>
        <a:cs typeface="+mn-cs"/>
      </a:defRPr>
    </a:lvl1pPr>
    <a:lvl2pPr marL="409576" indent="139066" algn="l" defTabSz="821056" rtl="0" eaLnBrk="0" fontAlgn="base" hangingPunct="0">
      <a:spcBef>
        <a:spcPct val="0"/>
      </a:spcBef>
      <a:spcAft>
        <a:spcPct val="0"/>
      </a:spcAft>
      <a:defRPr sz="1560" kern="1200">
        <a:solidFill>
          <a:schemeClr val="tx1"/>
        </a:solidFill>
        <a:latin typeface="Arial" charset="0"/>
        <a:ea typeface="+mn-ea"/>
        <a:cs typeface="+mn-cs"/>
      </a:defRPr>
    </a:lvl2pPr>
    <a:lvl3pPr marL="821056" indent="276226" algn="l" defTabSz="821056" rtl="0" eaLnBrk="0" fontAlgn="base" hangingPunct="0">
      <a:spcBef>
        <a:spcPct val="0"/>
      </a:spcBef>
      <a:spcAft>
        <a:spcPct val="0"/>
      </a:spcAft>
      <a:defRPr sz="1560" kern="1200">
        <a:solidFill>
          <a:schemeClr val="tx1"/>
        </a:solidFill>
        <a:latin typeface="Arial" charset="0"/>
        <a:ea typeface="+mn-ea"/>
        <a:cs typeface="+mn-cs"/>
      </a:defRPr>
    </a:lvl3pPr>
    <a:lvl4pPr marL="1232536" indent="413386" algn="l" defTabSz="821056" rtl="0" eaLnBrk="0" fontAlgn="base" hangingPunct="0">
      <a:spcBef>
        <a:spcPct val="0"/>
      </a:spcBef>
      <a:spcAft>
        <a:spcPct val="0"/>
      </a:spcAft>
      <a:defRPr sz="1560" kern="1200">
        <a:solidFill>
          <a:schemeClr val="tx1"/>
        </a:solidFill>
        <a:latin typeface="Arial" charset="0"/>
        <a:ea typeface="+mn-ea"/>
        <a:cs typeface="+mn-cs"/>
      </a:defRPr>
    </a:lvl4pPr>
    <a:lvl5pPr marL="1644016" indent="550546" algn="l" defTabSz="821056" rtl="0" eaLnBrk="0" fontAlgn="base" hangingPunct="0">
      <a:spcBef>
        <a:spcPct val="0"/>
      </a:spcBef>
      <a:spcAft>
        <a:spcPct val="0"/>
      </a:spcAft>
      <a:defRPr sz="1560" kern="1200">
        <a:solidFill>
          <a:schemeClr val="tx1"/>
        </a:solidFill>
        <a:latin typeface="Arial" charset="0"/>
        <a:ea typeface="+mn-ea"/>
        <a:cs typeface="+mn-cs"/>
      </a:defRPr>
    </a:lvl5pPr>
    <a:lvl6pPr marL="2743200" algn="l" defTabSz="1097280" rtl="0" eaLnBrk="1" latinLnBrk="0" hangingPunct="1">
      <a:defRPr sz="1560" kern="1200">
        <a:solidFill>
          <a:schemeClr val="tx1"/>
        </a:solidFill>
        <a:latin typeface="Arial" charset="0"/>
        <a:ea typeface="+mn-ea"/>
        <a:cs typeface="+mn-cs"/>
      </a:defRPr>
    </a:lvl6pPr>
    <a:lvl7pPr marL="3291840" algn="l" defTabSz="1097280" rtl="0" eaLnBrk="1" latinLnBrk="0" hangingPunct="1">
      <a:defRPr sz="1560" kern="1200">
        <a:solidFill>
          <a:schemeClr val="tx1"/>
        </a:solidFill>
        <a:latin typeface="Arial" charset="0"/>
        <a:ea typeface="+mn-ea"/>
        <a:cs typeface="+mn-cs"/>
      </a:defRPr>
    </a:lvl7pPr>
    <a:lvl8pPr marL="3840480" algn="l" defTabSz="1097280" rtl="0" eaLnBrk="1" latinLnBrk="0" hangingPunct="1">
      <a:defRPr sz="1560" kern="1200">
        <a:solidFill>
          <a:schemeClr val="tx1"/>
        </a:solidFill>
        <a:latin typeface="Arial" charset="0"/>
        <a:ea typeface="+mn-ea"/>
        <a:cs typeface="+mn-cs"/>
      </a:defRPr>
    </a:lvl8pPr>
    <a:lvl9pPr marL="4389120" algn="l" defTabSz="1097280" rtl="0" eaLnBrk="1" latinLnBrk="0" hangingPunct="1">
      <a:defRPr sz="156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4" userDrawn="1">
          <p15:clr>
            <a:srgbClr val="A4A3A4"/>
          </p15:clr>
        </p15:guide>
        <p15:guide id="2" pos="34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FF2600"/>
    <a:srgbClr val="00FA00"/>
    <a:srgbClr val="0432FF"/>
    <a:srgbClr val="41719C"/>
    <a:srgbClr val="FF8AD8"/>
    <a:srgbClr val="006297"/>
    <a:srgbClr val="DC8722"/>
    <a:srgbClr val="F2BE48"/>
    <a:srgbClr val="A80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43"/>
    <p:restoredTop sz="96925" autoAdjust="0"/>
  </p:normalViewPr>
  <p:slideViewPr>
    <p:cSldViewPr snapToGrid="0" snapToObjects="1" showGuides="1">
      <p:cViewPr varScale="1">
        <p:scale>
          <a:sx n="139" d="100"/>
          <a:sy n="139" d="100"/>
        </p:scale>
        <p:origin x="176" y="608"/>
      </p:cViewPr>
      <p:guideLst>
        <p:guide orient="horz" pos="1944"/>
        <p:guide pos="34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16" d="100"/>
          <a:sy n="116" d="100"/>
        </p:scale>
        <p:origin x="423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22C34-5228-9048-AC3D-0BEDA4CE1F4B}" type="datetimeFigureOut">
              <a:rPr lang="en-US" smtClean="0"/>
              <a:t>8/31/18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EE3A3-D4D9-7D4E-81F3-202BE8D74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91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685783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685783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1AAC7D5A-5852-7B44-B6BB-275DC4399E67}" type="datetimeFigureOut">
              <a:rPr lang="en-US"/>
              <a:pPr>
                <a:defRPr/>
              </a:pPr>
              <a:t>8/31/18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685783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685783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87803193-FCA0-6748-8BD4-F29C990F53A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821056" rtl="0" fontAlgn="base">
      <a:spcBef>
        <a:spcPct val="30000"/>
      </a:spcBef>
      <a:spcAft>
        <a:spcPct val="0"/>
      </a:spcAft>
      <a:defRPr sz="1080" kern="1200">
        <a:solidFill>
          <a:schemeClr val="tx1"/>
        </a:solidFill>
        <a:latin typeface="+mn-lt"/>
        <a:ea typeface="+mn-ea"/>
        <a:cs typeface="+mn-cs"/>
      </a:defRPr>
    </a:lvl1pPr>
    <a:lvl2pPr marL="409576" algn="l" defTabSz="821056" rtl="0" fontAlgn="base">
      <a:spcBef>
        <a:spcPct val="30000"/>
      </a:spcBef>
      <a:spcAft>
        <a:spcPct val="0"/>
      </a:spcAft>
      <a:defRPr sz="1080" kern="1200">
        <a:solidFill>
          <a:schemeClr val="tx1"/>
        </a:solidFill>
        <a:latin typeface="+mn-lt"/>
        <a:ea typeface="+mn-ea"/>
        <a:cs typeface="+mn-cs"/>
      </a:defRPr>
    </a:lvl2pPr>
    <a:lvl3pPr marL="821056" algn="l" defTabSz="821056" rtl="0" fontAlgn="base">
      <a:spcBef>
        <a:spcPct val="30000"/>
      </a:spcBef>
      <a:spcAft>
        <a:spcPct val="0"/>
      </a:spcAft>
      <a:defRPr sz="1080" kern="1200">
        <a:solidFill>
          <a:schemeClr val="tx1"/>
        </a:solidFill>
        <a:latin typeface="+mn-lt"/>
        <a:ea typeface="+mn-ea"/>
        <a:cs typeface="+mn-cs"/>
      </a:defRPr>
    </a:lvl3pPr>
    <a:lvl4pPr marL="1232536" algn="l" defTabSz="821056" rtl="0" fontAlgn="base">
      <a:spcBef>
        <a:spcPct val="30000"/>
      </a:spcBef>
      <a:spcAft>
        <a:spcPct val="0"/>
      </a:spcAft>
      <a:defRPr sz="1080" kern="1200">
        <a:solidFill>
          <a:schemeClr val="tx1"/>
        </a:solidFill>
        <a:latin typeface="+mn-lt"/>
        <a:ea typeface="+mn-ea"/>
        <a:cs typeface="+mn-cs"/>
      </a:defRPr>
    </a:lvl4pPr>
    <a:lvl5pPr marL="1644016" algn="l" defTabSz="821056" rtl="0" fontAlgn="base">
      <a:spcBef>
        <a:spcPct val="30000"/>
      </a:spcBef>
      <a:spcAft>
        <a:spcPct val="0"/>
      </a:spcAft>
      <a:defRPr sz="1080" kern="1200">
        <a:solidFill>
          <a:schemeClr val="tx1"/>
        </a:solidFill>
        <a:latin typeface="+mn-lt"/>
        <a:ea typeface="+mn-ea"/>
        <a:cs typeface="+mn-cs"/>
      </a:defRPr>
    </a:lvl5pPr>
    <a:lvl6pPr marL="2057348" algn="l" defTabSz="82294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6pPr>
    <a:lvl7pPr marL="2468818" algn="l" defTabSz="82294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7pPr>
    <a:lvl8pPr marL="2880288" algn="l" defTabSz="82294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8pPr>
    <a:lvl9pPr marL="3291758" algn="l" defTabSz="822940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hyperlink" Target="http://doodle.com/minje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saige.sice.indiana.edu/" TargetMode="External"/><Relationship Id="rId5" Type="http://schemas.openxmlformats.org/officeDocument/2006/relationships/hyperlink" Target="http://minjekim.com/" TargetMode="External"/><Relationship Id="rId4" Type="http://schemas.openxmlformats.org/officeDocument/2006/relationships/hyperlink" Target="mailto:minje@indiana.edu" TargetMode="Externa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9737" y="222767"/>
            <a:ext cx="8921777" cy="1788185"/>
          </a:xfrm>
        </p:spPr>
        <p:txBody>
          <a:bodyPr anchor="ctr"/>
          <a:lstStyle>
            <a:lvl1pPr algn="l">
              <a:defRPr sz="336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676"/>
          <a:stretch/>
        </p:blipFill>
        <p:spPr>
          <a:xfrm>
            <a:off x="1799738" y="5065436"/>
            <a:ext cx="3983600" cy="82924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auto">
          <a:xfrm>
            <a:off x="0" y="2"/>
            <a:ext cx="1473773" cy="6172199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229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2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1" name="Picture 6" descr="trident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0028" y="4615516"/>
            <a:ext cx="1013717" cy="1279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 userDrawn="1"/>
        </p:nvSpPr>
        <p:spPr>
          <a:xfrm>
            <a:off x="1799739" y="2010952"/>
            <a:ext cx="6060763" cy="1709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180"/>
              </a:spcBef>
            </a:pPr>
            <a:r>
              <a:rPr lang="en-US" alt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Minje Kim</a:t>
            </a:r>
          </a:p>
          <a:p>
            <a:pPr eaLnBrk="1" hangingPunct="1">
              <a:spcBef>
                <a:spcPts val="180"/>
              </a:spcBef>
            </a:pPr>
            <a:r>
              <a:rPr lang="en-US" altLang="en-US" sz="1680" u="none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Department of Intelligent Systems Engineering</a:t>
            </a:r>
            <a:endParaRPr lang="en-US" altLang="en-US" sz="1920" u="none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eaLnBrk="1" hangingPunct="1">
              <a:lnSpc>
                <a:spcPct val="100000"/>
              </a:lnSpc>
              <a:spcBef>
                <a:spcPts val="180"/>
              </a:spcBef>
            </a:pPr>
            <a:r>
              <a:rPr lang="en-US" altLang="en-US" sz="144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Email: </a:t>
            </a:r>
            <a:r>
              <a:rPr lang="en-US" altLang="en-US" sz="1440" u="none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4"/>
              </a:rPr>
              <a:t>minje@indiana.edu</a:t>
            </a:r>
            <a:endParaRPr lang="en-US" altLang="en-US" sz="1440" u="none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eaLnBrk="1" hangingPunct="1">
              <a:lnSpc>
                <a:spcPct val="100000"/>
              </a:lnSpc>
              <a:spcBef>
                <a:spcPts val="180"/>
              </a:spcBef>
            </a:pPr>
            <a:r>
              <a:rPr lang="en-US" altLang="en-US" sz="144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Website:</a:t>
            </a:r>
            <a:r>
              <a:rPr lang="en-US" altLang="en-US" sz="1440" baseline="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en-US" sz="144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5"/>
              </a:rPr>
              <a:t>http://minjekim.com</a:t>
            </a:r>
            <a:br>
              <a:rPr lang="en-US" altLang="en-US" sz="144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altLang="en-US" sz="144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Research Group: </a:t>
            </a:r>
            <a:r>
              <a:rPr lang="en-US" altLang="en-US" sz="144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6"/>
              </a:rPr>
              <a:t>http://saige.sice.indiana.edu</a:t>
            </a:r>
            <a:endParaRPr lang="en-US" altLang="en-US" sz="144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eaLnBrk="1" hangingPunct="1">
              <a:lnSpc>
                <a:spcPct val="100000"/>
              </a:lnSpc>
              <a:spcBef>
                <a:spcPts val="180"/>
              </a:spcBef>
            </a:pPr>
            <a:r>
              <a:rPr lang="en-US" altLang="en-US" sz="144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Meeting</a:t>
            </a:r>
            <a:r>
              <a:rPr lang="en-US" altLang="en-US" sz="1440" baseline="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Request: </a:t>
            </a:r>
            <a:r>
              <a:rPr lang="en-US" altLang="en-US" sz="1440" baseline="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7"/>
              </a:rPr>
              <a:t>http://doodle.com/minje</a:t>
            </a:r>
            <a:endParaRPr lang="en-US" altLang="en-US" sz="1440" baseline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146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178" y="206614"/>
            <a:ext cx="10410444" cy="473539"/>
          </a:xfrm>
        </p:spPr>
        <p:txBody>
          <a:bodyPr anchor="ctr"/>
          <a:lstStyle>
            <a:lvl1pPr>
              <a:defRPr sz="336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281179" y="702109"/>
            <a:ext cx="10409682" cy="294206"/>
          </a:xfrm>
        </p:spPr>
        <p:txBody>
          <a:bodyPr anchor="ctr">
            <a:noAutofit/>
          </a:bodyPr>
          <a:lstStyle>
            <a:lvl1pPr marL="205740" indent="-205740">
              <a:buFont typeface=".AppleSystemUIFont" charset="-120"/>
              <a:buChar char="-"/>
              <a:defRPr sz="2160">
                <a:solidFill>
                  <a:srgbClr val="99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178" y="1071610"/>
            <a:ext cx="10410444" cy="4514054"/>
          </a:xfrm>
        </p:spPr>
        <p:txBody>
          <a:bodyPr>
            <a:normAutofit/>
          </a:bodyPr>
          <a:lstStyle>
            <a:lvl1pPr marL="280036" indent="-280036">
              <a:lnSpc>
                <a:spcPct val="100000"/>
              </a:lnSpc>
              <a:buSzPct val="70000"/>
              <a:buFont typeface=".AppleSystemUIFont"/>
              <a:buChar char="○"/>
              <a:tabLst/>
              <a:defRPr sz="168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81966" indent="-272416">
              <a:lnSpc>
                <a:spcPct val="100000"/>
              </a:lnSpc>
              <a:buSzPct val="80000"/>
              <a:buFont typeface="AppleMyungjo" pitchFamily="2" charset="-127"/>
              <a:buChar char="◻︎"/>
              <a:tabLst/>
              <a:defRPr sz="144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617220" indent="-20574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32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822960" indent="-205740">
              <a:lnSpc>
                <a:spcPct val="100000"/>
              </a:lnSpc>
              <a:buFont typeface="Wingdings" pitchFamily="2" charset="2"/>
              <a:buChar char="§"/>
              <a:tabLst/>
              <a:defRPr sz="126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1028700" indent="-205740">
              <a:lnSpc>
                <a:spcPct val="100000"/>
              </a:lnSpc>
              <a:buFont typeface=".AppleSystemUIFont"/>
              <a:buChar char="‣"/>
              <a:tabLst/>
              <a:defRPr sz="1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5438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299" b="17721"/>
          <a:stretch/>
        </p:blipFill>
        <p:spPr bwMode="auto">
          <a:xfrm>
            <a:off x="0" y="5635392"/>
            <a:ext cx="10972800" cy="548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38794" y="5871252"/>
            <a:ext cx="552828" cy="262661"/>
          </a:xfrm>
          <a:prstGeom prst="rect">
            <a:avLst/>
          </a:prstGeom>
        </p:spPr>
        <p:txBody>
          <a:bodyPr anchor="ctr"/>
          <a:lstStyle>
            <a:lvl1pPr algn="r"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3A548C5F-E1EE-A341-9872-077AED5062C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2638426" y="5645422"/>
            <a:ext cx="8053196" cy="203874"/>
          </a:xfrm>
        </p:spPr>
        <p:txBody>
          <a:bodyPr anchor="ctr">
            <a:noAutofit/>
          </a:bodyPr>
          <a:lstStyle>
            <a:lvl1pPr marL="0" indent="0" algn="r">
              <a:buNone/>
              <a:defRPr sz="108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11480" indent="0">
              <a:buNone/>
              <a:defRPr sz="1200"/>
            </a:lvl2pPr>
            <a:lvl3pPr marL="822960" indent="0">
              <a:buNone/>
              <a:defRPr sz="1200"/>
            </a:lvl3pPr>
            <a:lvl4pPr marL="1234440" indent="0">
              <a:buNone/>
              <a:defRPr sz="1200"/>
            </a:lvl4pPr>
            <a:lvl5pPr marL="164592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878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6" y="1538765"/>
            <a:ext cx="9464040" cy="2567464"/>
          </a:xfrm>
        </p:spPr>
        <p:txBody>
          <a:bodyPr anchor="b"/>
          <a:lstStyle>
            <a:lvl1pPr>
              <a:defRPr sz="5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6" y="4130518"/>
            <a:ext cx="9464040" cy="1350168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5438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4740" y="5720716"/>
            <a:ext cx="370332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4954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C2A020FB-706C-D748-BDCB-93BC392AEA0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5301653"/>
            <a:ext cx="10972800" cy="870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4461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643063"/>
            <a:ext cx="4663440" cy="39162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643063"/>
            <a:ext cx="4663440" cy="39162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75438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4740" y="5720716"/>
            <a:ext cx="370332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4954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+mn-lt"/>
              </a:defRPr>
            </a:lvl1pPr>
          </a:lstStyle>
          <a:p>
            <a:pPr>
              <a:defRPr/>
            </a:pPr>
            <a:fld id="{896D883B-B73C-514E-863C-DA07A3AE14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5301653"/>
            <a:ext cx="10972800" cy="870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8666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28613"/>
            <a:ext cx="9464040" cy="11930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513046"/>
            <a:ext cx="4642008" cy="741521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254568"/>
            <a:ext cx="4642008" cy="3316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1" y="1513046"/>
            <a:ext cx="4664869" cy="741521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1" y="2254568"/>
            <a:ext cx="4664869" cy="3316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>
          <a:xfrm>
            <a:off x="75438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34740" y="5720716"/>
            <a:ext cx="370332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4954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+mn-lt"/>
              </a:defRPr>
            </a:lvl1pPr>
          </a:lstStyle>
          <a:p>
            <a:pPr>
              <a:defRPr/>
            </a:pPr>
            <a:fld id="{9F823074-C3FB-AF48-962A-9909C27E601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5301653"/>
            <a:ext cx="10972800" cy="870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1406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75438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34740" y="5720716"/>
            <a:ext cx="370332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4954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+mn-lt"/>
              </a:defRPr>
            </a:lvl1pPr>
          </a:lstStyle>
          <a:p>
            <a:pPr>
              <a:defRPr/>
            </a:pPr>
            <a:fld id="{7EA434D6-62F0-3D4B-9D14-FC0154A3B1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5301653"/>
            <a:ext cx="10972800" cy="870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36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5438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4740" y="5720716"/>
            <a:ext cx="370332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4954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+mn-lt"/>
              </a:defRPr>
            </a:lvl1pPr>
          </a:lstStyle>
          <a:p>
            <a:pPr>
              <a:defRPr/>
            </a:pPr>
            <a:fld id="{13E40573-DD6B-8B46-A92C-CE30148FA4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445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01616"/>
            <a:ext cx="10972800" cy="870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11480"/>
            <a:ext cx="3539014" cy="144018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888683"/>
            <a:ext cx="5554980" cy="438626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1851661"/>
            <a:ext cx="3539014" cy="343042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75438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4740" y="5720716"/>
            <a:ext cx="370332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4954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+mn-lt"/>
              </a:defRPr>
            </a:lvl1pPr>
          </a:lstStyle>
          <a:p>
            <a:pPr>
              <a:defRPr/>
            </a:pPr>
            <a:fld id="{32C6BE84-73FC-F740-92C8-8937BBEDB7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594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01616"/>
            <a:ext cx="10972800" cy="870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11480"/>
            <a:ext cx="3539014" cy="144018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888683"/>
            <a:ext cx="5554980" cy="4386263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1851661"/>
            <a:ext cx="3539014" cy="343042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75438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4740" y="5720716"/>
            <a:ext cx="370332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4954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+mn-lt"/>
              </a:defRPr>
            </a:lvl1pPr>
          </a:lstStyle>
          <a:p>
            <a:pPr>
              <a:defRPr/>
            </a:pPr>
            <a:fld id="{09E47E1A-B195-2640-9046-86C6AE883CB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61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01616"/>
            <a:ext cx="10972800" cy="870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5438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4740" y="5720716"/>
            <a:ext cx="370332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49540" y="5720716"/>
            <a:ext cx="2468880" cy="329564"/>
          </a:xfrm>
          <a:prstGeom prst="rect">
            <a:avLst/>
          </a:prstGeom>
        </p:spPr>
        <p:txBody>
          <a:bodyPr/>
          <a:lstStyle>
            <a:lvl1pPr defTabSz="822940" eaLnBrk="1" fontAlgn="auto" hangingPunct="1">
              <a:spcBef>
                <a:spcPts val="0"/>
              </a:spcBef>
              <a:spcAft>
                <a:spcPts val="0"/>
              </a:spcAft>
              <a:defRPr sz="1620">
                <a:latin typeface="+mn-lt"/>
              </a:defRPr>
            </a:lvl1pPr>
          </a:lstStyle>
          <a:p>
            <a:pPr>
              <a:defRPr/>
            </a:pPr>
            <a:fld id="{C629E35A-7BB8-5147-95CC-3ABAE2CE0A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320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54380" y="130787"/>
            <a:ext cx="9464040" cy="75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644016"/>
            <a:ext cx="9464040" cy="3476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634740" y="5720716"/>
            <a:ext cx="3703320" cy="3295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  <a:latin typeface="BentonSans" charset="0"/>
                <a:ea typeface="BentonSans" charset="0"/>
                <a:cs typeface="BentonSans" charset="0"/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</p:sldLayoutIdLst>
  <p:hf hdr="0" ftr="0" dt="0"/>
  <p:txStyles>
    <p:titleStyle>
      <a:lvl1pPr algn="l" defTabSz="82296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960" b="1" kern="1200">
          <a:solidFill>
            <a:srgbClr val="990000"/>
          </a:solidFill>
          <a:latin typeface="BentonSans" charset="0"/>
          <a:ea typeface="BentonSans" charset="0"/>
          <a:cs typeface="BentonSans" charset="0"/>
        </a:defRPr>
      </a:lvl1pPr>
      <a:lvl2pPr algn="l" defTabSz="82296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960" b="1">
          <a:solidFill>
            <a:srgbClr val="990000"/>
          </a:solidFill>
          <a:latin typeface="Arial" charset="0"/>
        </a:defRPr>
      </a:lvl2pPr>
      <a:lvl3pPr algn="l" defTabSz="82296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960" b="1">
          <a:solidFill>
            <a:srgbClr val="990000"/>
          </a:solidFill>
          <a:latin typeface="Arial" charset="0"/>
        </a:defRPr>
      </a:lvl3pPr>
      <a:lvl4pPr algn="l" defTabSz="82296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960" b="1">
          <a:solidFill>
            <a:srgbClr val="990000"/>
          </a:solidFill>
          <a:latin typeface="Arial" charset="0"/>
        </a:defRPr>
      </a:lvl4pPr>
      <a:lvl5pPr algn="l" defTabSz="82296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960" b="1">
          <a:solidFill>
            <a:srgbClr val="990000"/>
          </a:solidFill>
          <a:latin typeface="Arial" charset="0"/>
        </a:defRPr>
      </a:lvl5pPr>
      <a:lvl6pPr marL="548640" algn="l" defTabSz="82296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960" b="1">
          <a:solidFill>
            <a:srgbClr val="990000"/>
          </a:solidFill>
          <a:latin typeface="Arial" charset="0"/>
        </a:defRPr>
      </a:lvl6pPr>
      <a:lvl7pPr marL="1097280" algn="l" defTabSz="82296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960" b="1">
          <a:solidFill>
            <a:srgbClr val="990000"/>
          </a:solidFill>
          <a:latin typeface="Arial" charset="0"/>
        </a:defRPr>
      </a:lvl7pPr>
      <a:lvl8pPr marL="1645920" algn="l" defTabSz="82296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960" b="1">
          <a:solidFill>
            <a:srgbClr val="990000"/>
          </a:solidFill>
          <a:latin typeface="Arial" charset="0"/>
        </a:defRPr>
      </a:lvl8pPr>
      <a:lvl9pPr marL="2194560" algn="l" defTabSz="82296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960" b="1">
          <a:solidFill>
            <a:srgbClr val="990000"/>
          </a:solidFill>
          <a:latin typeface="Arial" charset="0"/>
        </a:defRPr>
      </a:lvl9pPr>
    </p:titleStyle>
    <p:bodyStyle>
      <a:lvl1pPr marL="205740" indent="-205740" algn="l" defTabSz="822960" rtl="0" eaLnBrk="1" fontAlgn="base" hangingPunct="1">
        <a:lnSpc>
          <a:spcPct val="90000"/>
        </a:lnSpc>
        <a:spcBef>
          <a:spcPts val="900"/>
        </a:spcBef>
        <a:spcAft>
          <a:spcPct val="0"/>
        </a:spcAft>
        <a:buFont typeface="Arial" charset="0"/>
        <a:buChar char="•"/>
        <a:defRPr sz="2520" kern="1200">
          <a:solidFill>
            <a:schemeClr val="tx1"/>
          </a:solidFill>
          <a:latin typeface="BentonSans" charset="0"/>
          <a:ea typeface="BentonSans" charset="0"/>
          <a:cs typeface="BentonSans" charset="0"/>
        </a:defRPr>
      </a:lvl1pPr>
      <a:lvl2pPr marL="617220" indent="-205740" algn="l" defTabSz="822960" rtl="0" eaLnBrk="1" fontAlgn="base" hangingPunct="1">
        <a:lnSpc>
          <a:spcPct val="90000"/>
        </a:lnSpc>
        <a:spcBef>
          <a:spcPts val="45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BentonSans" charset="0"/>
          <a:ea typeface="BentonSans" charset="0"/>
          <a:cs typeface="BentonSans" charset="0"/>
        </a:defRPr>
      </a:lvl2pPr>
      <a:lvl3pPr marL="1028700" indent="-205740" algn="l" defTabSz="822960" rtl="0" eaLnBrk="1" fontAlgn="base" hangingPunct="1">
        <a:lnSpc>
          <a:spcPct val="90000"/>
        </a:lnSpc>
        <a:spcBef>
          <a:spcPts val="45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BentonSans" charset="0"/>
          <a:ea typeface="BentonSans" charset="0"/>
          <a:cs typeface="BentonSans" charset="0"/>
        </a:defRPr>
      </a:lvl3pPr>
      <a:lvl4pPr marL="1440180" indent="-205740" algn="l" defTabSz="822960" rtl="0" eaLnBrk="1" fontAlgn="base" hangingPunct="1">
        <a:lnSpc>
          <a:spcPct val="90000"/>
        </a:lnSpc>
        <a:spcBef>
          <a:spcPts val="450"/>
        </a:spcBef>
        <a:spcAft>
          <a:spcPct val="0"/>
        </a:spcAft>
        <a:buFont typeface="Arial" charset="0"/>
        <a:buChar char="•"/>
        <a:defRPr sz="1560" kern="1200">
          <a:solidFill>
            <a:schemeClr val="tx1"/>
          </a:solidFill>
          <a:latin typeface="BentonSans" charset="0"/>
          <a:ea typeface="BentonSans" charset="0"/>
          <a:cs typeface="BentonSans" charset="0"/>
        </a:defRPr>
      </a:lvl4pPr>
      <a:lvl5pPr marL="1851660" indent="-205740" algn="l" defTabSz="822960" rtl="0" eaLnBrk="1" fontAlgn="base" hangingPunct="1">
        <a:lnSpc>
          <a:spcPct val="90000"/>
        </a:lnSpc>
        <a:spcBef>
          <a:spcPts val="450"/>
        </a:spcBef>
        <a:spcAft>
          <a:spcPct val="0"/>
        </a:spcAft>
        <a:buFont typeface="Arial" charset="0"/>
        <a:buChar char="•"/>
        <a:defRPr sz="1560" kern="1200">
          <a:solidFill>
            <a:schemeClr val="tx1"/>
          </a:solidFill>
          <a:latin typeface="BentonSans" charset="0"/>
          <a:ea typeface="BentonSans" charset="0"/>
          <a:cs typeface="BentonSans" charset="0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media" Target="../media/media2.wav"/><Relationship Id="rId7" Type="http://schemas.openxmlformats.org/officeDocument/2006/relationships/image" Target="../media/image6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798" y="704684"/>
            <a:ext cx="3221182" cy="46003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417" y="704684"/>
            <a:ext cx="3221182" cy="46003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Representation of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sz="1440" dirty="0"/>
          </a:p>
          <a:p>
            <a:endParaRPr lang="en-US" sz="1440" dirty="0"/>
          </a:p>
          <a:p>
            <a:endParaRPr lang="en-US" sz="1440" dirty="0"/>
          </a:p>
          <a:p>
            <a:endParaRPr lang="en-US" sz="1440" dirty="0"/>
          </a:p>
          <a:p>
            <a:endParaRPr lang="en-US" sz="1440" dirty="0"/>
          </a:p>
          <a:p>
            <a:endParaRPr lang="en-US" sz="1440" dirty="0"/>
          </a:p>
          <a:p>
            <a:endParaRPr lang="en-US" sz="1440" dirty="0"/>
          </a:p>
          <a:p>
            <a:endParaRPr lang="en-US" sz="1440" dirty="0"/>
          </a:p>
          <a:p>
            <a:endParaRPr lang="en-US" sz="1440" dirty="0"/>
          </a:p>
          <a:p>
            <a:endParaRPr lang="en-US" sz="1440" dirty="0"/>
          </a:p>
          <a:p>
            <a:endParaRPr lang="en-US" sz="1440" dirty="0"/>
          </a:p>
          <a:p>
            <a:endParaRPr lang="en-US" sz="1440" dirty="0"/>
          </a:p>
          <a:p>
            <a:r>
              <a:rPr lang="en-US" sz="1440" dirty="0"/>
              <a:t>Now they sound different!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Phase of the basis functions</a:t>
            </a:r>
          </a:p>
        </p:txBody>
      </p:sp>
      <p:pic>
        <p:nvPicPr>
          <p:cNvPr id="5" name="box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501189" y="4888063"/>
            <a:ext cx="499638" cy="499638"/>
          </a:xfrm>
          <a:prstGeom prst="rect">
            <a:avLst/>
          </a:prstGeom>
        </p:spPr>
      </p:pic>
      <p:pic>
        <p:nvPicPr>
          <p:cNvPr id="6" name="box_randphase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269480" y="4888060"/>
            <a:ext cx="499639" cy="4996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91C49-88FC-5F41-95C6-131245F3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48C5F-E1EE-A341-9872-077AED5062C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5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5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10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4">
      <a:dk1>
        <a:srgbClr val="000000"/>
      </a:dk1>
      <a:lt1>
        <a:srgbClr val="FFFFFF"/>
      </a:lt1>
      <a:dk2>
        <a:srgbClr val="F8F3D2"/>
      </a:dk2>
      <a:lt2>
        <a:srgbClr val="B0B2B4"/>
      </a:lt2>
      <a:accent1>
        <a:srgbClr val="980000"/>
      </a:accent1>
      <a:accent2>
        <a:srgbClr val="981086"/>
      </a:accent2>
      <a:accent3>
        <a:srgbClr val="907200"/>
      </a:accent3>
      <a:accent4>
        <a:srgbClr val="008E00"/>
      </a:accent4>
      <a:accent5>
        <a:srgbClr val="014B90"/>
      </a:accent5>
      <a:accent6>
        <a:srgbClr val="3A4974"/>
      </a:accent6>
      <a:hlink>
        <a:srgbClr val="00428C"/>
      </a:hlink>
      <a:folHlink>
        <a:srgbClr val="2A427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 algn="l">
          <a:defRPr sz="1400" dirty="0">
            <a:latin typeface="Helvetica Neue Thin" panose="020B0403020202020204" pitchFamily="34" charset="0"/>
            <a:ea typeface="Helvetica Neue Thin" panose="020B0403020202020204" pitchFamily="34" charset="0"/>
          </a:defRPr>
        </a:defPPr>
      </a:lstStyle>
    </a:spDef>
    <a:lnDef>
      <a:spPr>
        <a:ln>
          <a:solidFill>
            <a:schemeClr val="accent5">
              <a:lumMod val="60000"/>
              <a:lumOff val="4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smtClean="0">
            <a:latin typeface="Helvetica Neue Thin" panose="020B0403020202020204" pitchFamily="34" charset="0"/>
            <a:ea typeface="Helvetica Neue Thin" panose="020B0403020202020204" pitchFamily="34" charset="0"/>
            <a:cs typeface="Calibri Light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15DF277-FBEA-7B41-80F1-5A6B16ADA7CE}" vid="{42630FA0-2A7E-DB4C-B310-000E108976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30900</TotalTime>
  <Words>15</Words>
  <Application>Microsoft Macintosh PowerPoint</Application>
  <PresentationFormat>Custom</PresentationFormat>
  <Paragraphs>16</Paragraphs>
  <Slides>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.AppleSystemUIFont</vt:lpstr>
      <vt:lpstr>AppleMyungjo</vt:lpstr>
      <vt:lpstr>Arial</vt:lpstr>
      <vt:lpstr>BentonSans</vt:lpstr>
      <vt:lpstr>Calibri</vt:lpstr>
      <vt:lpstr>Helvetica Neue</vt:lpstr>
      <vt:lpstr>Wingdings</vt:lpstr>
      <vt:lpstr>Office Theme</vt:lpstr>
      <vt:lpstr>Frequency Representation of Signals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Kim, Minje</dc:creator>
  <cp:lastModifiedBy>Kim, Minje</cp:lastModifiedBy>
  <cp:revision>1228</cp:revision>
  <cp:lastPrinted>2018-03-27T19:38:56Z</cp:lastPrinted>
  <dcterms:created xsi:type="dcterms:W3CDTF">2017-08-25T16:55:37Z</dcterms:created>
  <dcterms:modified xsi:type="dcterms:W3CDTF">2018-09-02T15:19:34Z</dcterms:modified>
</cp:coreProperties>
</file>